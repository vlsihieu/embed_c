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TRAN VAN DUONG</dc:creator>
  <cp:lastModifiedBy>TRAN VAN DUONG</cp:lastModifiedBy>
  <cp:revision>3</cp:revision>
  <dcterms:created xsi:type="dcterms:W3CDTF">2025-07-23T00:59:00Z</dcterms:created>
  <dcterms:modified xsi:type="dcterms:W3CDTF">2026-04-16T17:18:21Z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D8CFB1FB08E540BB8BE4EA34D6398887_11</vt:lpwstr>
  </property>
  <property fmtid="{D5CDD505-2E9C-101B-9397-08002B2CF9AE}" pid="3" name="KSOProductBuildVer">
    <vt:lpwstr>1033-12.1.0.25830</vt:lpwstr>
  </property>
</Properties>
</file>